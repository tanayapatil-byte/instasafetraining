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EE6064-2FE0-4355-A5B4-BD913600CC5F}" v="11" dt="2026-09-10T16:26:59.8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AYA PATIL" userId="e1a6de71921f46d2" providerId="LiveId" clId="{DC33770A-CC29-4787-ACF9-C853FCE612E4}"/>
    <pc:docChg chg="undo custSel addSld modSld">
      <pc:chgData name="TANAYA PATIL" userId="e1a6de71921f46d2" providerId="LiveId" clId="{DC33770A-CC29-4787-ACF9-C853FCE612E4}" dt="2026-09-10T16:29:31.610" v="319" actId="14100"/>
      <pc:docMkLst>
        <pc:docMk/>
      </pc:docMkLst>
      <pc:sldChg chg="modSp new mod">
        <pc:chgData name="TANAYA PATIL" userId="e1a6de71921f46d2" providerId="LiveId" clId="{DC33770A-CC29-4787-ACF9-C853FCE612E4}" dt="2026-09-10T15:59:22.504" v="26" actId="27636"/>
        <pc:sldMkLst>
          <pc:docMk/>
          <pc:sldMk cId="1316591205" sldId="260"/>
        </pc:sldMkLst>
        <pc:spChg chg="mod">
          <ac:chgData name="TANAYA PATIL" userId="e1a6de71921f46d2" providerId="LiveId" clId="{DC33770A-CC29-4787-ACF9-C853FCE612E4}" dt="2026-09-10T15:59:17.343" v="23" actId="14100"/>
          <ac:spMkLst>
            <pc:docMk/>
            <pc:sldMk cId="1316591205" sldId="260"/>
            <ac:spMk id="2" creationId="{A4F153FF-DE80-2EDA-CC59-1E58FABA0102}"/>
          </ac:spMkLst>
        </pc:spChg>
        <pc:spChg chg="mod">
          <ac:chgData name="TANAYA PATIL" userId="e1a6de71921f46d2" providerId="LiveId" clId="{DC33770A-CC29-4787-ACF9-C853FCE612E4}" dt="2026-09-10T15:59:22.504" v="26" actId="27636"/>
          <ac:spMkLst>
            <pc:docMk/>
            <pc:sldMk cId="1316591205" sldId="260"/>
            <ac:spMk id="3" creationId="{CE2309EA-4357-1708-94B9-1F54E50992A1}"/>
          </ac:spMkLst>
        </pc:spChg>
      </pc:sldChg>
      <pc:sldChg chg="addSp delSp modSp new mod">
        <pc:chgData name="TANAYA PATIL" userId="e1a6de71921f46d2" providerId="LiveId" clId="{DC33770A-CC29-4787-ACF9-C853FCE612E4}" dt="2026-09-10T16:09:18.855" v="157" actId="14100"/>
        <pc:sldMkLst>
          <pc:docMk/>
          <pc:sldMk cId="4218040148" sldId="261"/>
        </pc:sldMkLst>
        <pc:spChg chg="mod">
          <ac:chgData name="TANAYA PATIL" userId="e1a6de71921f46d2" providerId="LiveId" clId="{DC33770A-CC29-4787-ACF9-C853FCE612E4}" dt="2026-09-10T16:03:36.456" v="131" actId="14100"/>
          <ac:spMkLst>
            <pc:docMk/>
            <pc:sldMk cId="4218040148" sldId="261"/>
            <ac:spMk id="2" creationId="{B3B6BB02-96B4-5712-A509-511DC1BDCFAD}"/>
          </ac:spMkLst>
        </pc:spChg>
        <pc:spChg chg="del mod">
          <ac:chgData name="TANAYA PATIL" userId="e1a6de71921f46d2" providerId="LiveId" clId="{DC33770A-CC29-4787-ACF9-C853FCE612E4}" dt="2026-09-10T16:01:08.174" v="58"/>
          <ac:spMkLst>
            <pc:docMk/>
            <pc:sldMk cId="4218040148" sldId="261"/>
            <ac:spMk id="3" creationId="{7D5C5043-3107-3992-C000-4352C58F12AC}"/>
          </ac:spMkLst>
        </pc:spChg>
        <pc:spChg chg="add del mod">
          <ac:chgData name="TANAYA PATIL" userId="e1a6de71921f46d2" providerId="LiveId" clId="{DC33770A-CC29-4787-ACF9-C853FCE612E4}" dt="2026-09-10T16:01:36.385" v="63"/>
          <ac:spMkLst>
            <pc:docMk/>
            <pc:sldMk cId="4218040148" sldId="261"/>
            <ac:spMk id="6" creationId="{EA31BFDD-1863-5715-8A01-8DBE0D07D0C1}"/>
          </ac:spMkLst>
        </pc:spChg>
        <pc:spChg chg="add mod">
          <ac:chgData name="TANAYA PATIL" userId="e1a6de71921f46d2" providerId="LiveId" clId="{DC33770A-CC29-4787-ACF9-C853FCE612E4}" dt="2026-09-10T16:09:09.337" v="156" actId="14100"/>
          <ac:spMkLst>
            <pc:docMk/>
            <pc:sldMk cId="4218040148" sldId="261"/>
            <ac:spMk id="8" creationId="{2A00641E-5D8E-C14B-7FB5-20A4AFE9122B}"/>
          </ac:spMkLst>
        </pc:spChg>
        <pc:graphicFrameChg chg="add del mod modGraphic">
          <ac:chgData name="TANAYA PATIL" userId="e1a6de71921f46d2" providerId="LiveId" clId="{DC33770A-CC29-4787-ACF9-C853FCE612E4}" dt="2026-09-10T16:03:12.203" v="128" actId="21"/>
          <ac:graphicFrameMkLst>
            <pc:docMk/>
            <pc:sldMk cId="4218040148" sldId="261"/>
            <ac:graphicFrameMk id="4" creationId="{30E7B16A-6246-017E-9DCA-1924790CDE3B}"/>
          </ac:graphicFrameMkLst>
        </pc:graphicFrameChg>
        <pc:graphicFrameChg chg="add del mod modGraphic">
          <ac:chgData name="TANAYA PATIL" userId="e1a6de71921f46d2" providerId="LiveId" clId="{DC33770A-CC29-4787-ACF9-C853FCE612E4}" dt="2026-09-10T16:05:39.572" v="148" actId="478"/>
          <ac:graphicFrameMkLst>
            <pc:docMk/>
            <pc:sldMk cId="4218040148" sldId="261"/>
            <ac:graphicFrameMk id="9" creationId="{897084EA-01E2-7ED6-A771-E90268A161CF}"/>
          </ac:graphicFrameMkLst>
        </pc:graphicFrameChg>
        <pc:graphicFrameChg chg="add del mod modGraphic">
          <ac:chgData name="TANAYA PATIL" userId="e1a6de71921f46d2" providerId="LiveId" clId="{DC33770A-CC29-4787-ACF9-C853FCE612E4}" dt="2026-09-10T16:05:27.903" v="146" actId="478"/>
          <ac:graphicFrameMkLst>
            <pc:docMk/>
            <pc:sldMk cId="4218040148" sldId="261"/>
            <ac:graphicFrameMk id="10" creationId="{25D9C989-17CB-E820-6BCC-E10C43386DCD}"/>
          </ac:graphicFrameMkLst>
        </pc:graphicFrameChg>
        <pc:graphicFrameChg chg="add del mod modGraphic">
          <ac:chgData name="TANAYA PATIL" userId="e1a6de71921f46d2" providerId="LiveId" clId="{DC33770A-CC29-4787-ACF9-C853FCE612E4}" dt="2026-09-10T16:04:55.664" v="141" actId="478"/>
          <ac:graphicFrameMkLst>
            <pc:docMk/>
            <pc:sldMk cId="4218040148" sldId="261"/>
            <ac:graphicFrameMk id="11" creationId="{C13CDF44-B7C8-E752-BE9A-80BAEED9965C}"/>
          </ac:graphicFrameMkLst>
        </pc:graphicFrameChg>
        <pc:graphicFrameChg chg="add del mod modGraphic">
          <ac:chgData name="TANAYA PATIL" userId="e1a6de71921f46d2" providerId="LiveId" clId="{DC33770A-CC29-4787-ACF9-C853FCE612E4}" dt="2026-09-10T16:04:50.284" v="140" actId="478"/>
          <ac:graphicFrameMkLst>
            <pc:docMk/>
            <pc:sldMk cId="4218040148" sldId="261"/>
            <ac:graphicFrameMk id="12" creationId="{F0126621-ABD8-441C-427A-4999FDE1CFA6}"/>
          </ac:graphicFrameMkLst>
        </pc:graphicFrameChg>
        <pc:graphicFrameChg chg="add del mod modGraphic">
          <ac:chgData name="TANAYA PATIL" userId="e1a6de71921f46d2" providerId="LiveId" clId="{DC33770A-CC29-4787-ACF9-C853FCE612E4}" dt="2026-09-10T16:04:39.121" v="139" actId="478"/>
          <ac:graphicFrameMkLst>
            <pc:docMk/>
            <pc:sldMk cId="4218040148" sldId="261"/>
            <ac:graphicFrameMk id="13" creationId="{3441BC4B-AEE0-9E84-4BFE-C23901D4E88E}"/>
          </ac:graphicFrameMkLst>
        </pc:graphicFrameChg>
        <pc:graphicFrameChg chg="add del mod modGraphic">
          <ac:chgData name="TANAYA PATIL" userId="e1a6de71921f46d2" providerId="LiveId" clId="{DC33770A-CC29-4787-ACF9-C853FCE612E4}" dt="2026-09-10T16:04:32.712" v="138" actId="478"/>
          <ac:graphicFrameMkLst>
            <pc:docMk/>
            <pc:sldMk cId="4218040148" sldId="261"/>
            <ac:graphicFrameMk id="14" creationId="{10716F87-8C52-2060-03FE-BDEFEC59290E}"/>
          </ac:graphicFrameMkLst>
        </pc:graphicFrameChg>
        <pc:graphicFrameChg chg="add del mod modGraphic">
          <ac:chgData name="TANAYA PATIL" userId="e1a6de71921f46d2" providerId="LiveId" clId="{DC33770A-CC29-4787-ACF9-C853FCE612E4}" dt="2026-09-10T16:04:24.846" v="137" actId="478"/>
          <ac:graphicFrameMkLst>
            <pc:docMk/>
            <pc:sldMk cId="4218040148" sldId="261"/>
            <ac:graphicFrameMk id="15" creationId="{53AFD329-DEAB-85FA-0CB3-93F14AB90800}"/>
          </ac:graphicFrameMkLst>
        </pc:graphicFrameChg>
        <pc:graphicFrameChg chg="add del mod modGraphic">
          <ac:chgData name="TANAYA PATIL" userId="e1a6de71921f46d2" providerId="LiveId" clId="{DC33770A-CC29-4787-ACF9-C853FCE612E4}" dt="2026-09-10T16:04:16.295" v="136" actId="21"/>
          <ac:graphicFrameMkLst>
            <pc:docMk/>
            <pc:sldMk cId="4218040148" sldId="261"/>
            <ac:graphicFrameMk id="16" creationId="{2FA1A846-623E-A481-33FB-4572414F7B41}"/>
          </ac:graphicFrameMkLst>
        </pc:graphicFrameChg>
        <pc:picChg chg="add mod">
          <ac:chgData name="TANAYA PATIL" userId="e1a6de71921f46d2" providerId="LiveId" clId="{DC33770A-CC29-4787-ACF9-C853FCE612E4}" dt="2026-09-10T16:09:18.855" v="157" actId="14100"/>
          <ac:picMkLst>
            <pc:docMk/>
            <pc:sldMk cId="4218040148" sldId="261"/>
            <ac:picMk id="18" creationId="{30A755E6-0028-671E-0C53-AFC260B1C216}"/>
          </ac:picMkLst>
        </pc:picChg>
      </pc:sldChg>
      <pc:sldChg chg="addSp delSp modSp new mod">
        <pc:chgData name="TANAYA PATIL" userId="e1a6de71921f46d2" providerId="LiveId" clId="{DC33770A-CC29-4787-ACF9-C853FCE612E4}" dt="2026-09-10T16:14:36.292" v="191" actId="14100"/>
        <pc:sldMkLst>
          <pc:docMk/>
          <pc:sldMk cId="635838049" sldId="262"/>
        </pc:sldMkLst>
        <pc:spChg chg="mod">
          <ac:chgData name="TANAYA PATIL" userId="e1a6de71921f46d2" providerId="LiveId" clId="{DC33770A-CC29-4787-ACF9-C853FCE612E4}" dt="2026-09-10T16:13:50.667" v="185" actId="20577"/>
          <ac:spMkLst>
            <pc:docMk/>
            <pc:sldMk cId="635838049" sldId="262"/>
            <ac:spMk id="2" creationId="{8191BF2B-3DEA-6488-775D-1AF805CB17F8}"/>
          </ac:spMkLst>
        </pc:spChg>
        <pc:spChg chg="del mod">
          <ac:chgData name="TANAYA PATIL" userId="e1a6de71921f46d2" providerId="LiveId" clId="{DC33770A-CC29-4787-ACF9-C853FCE612E4}" dt="2026-09-10T16:14:24.187" v="187" actId="931"/>
          <ac:spMkLst>
            <pc:docMk/>
            <pc:sldMk cId="635838049" sldId="262"/>
            <ac:spMk id="3" creationId="{A7AE81CF-CA0E-0554-2F68-6A2F295FDC72}"/>
          </ac:spMkLst>
        </pc:spChg>
        <pc:picChg chg="add mod ord">
          <ac:chgData name="TANAYA PATIL" userId="e1a6de71921f46d2" providerId="LiveId" clId="{DC33770A-CC29-4787-ACF9-C853FCE612E4}" dt="2026-09-10T16:14:36.292" v="191" actId="14100"/>
          <ac:picMkLst>
            <pc:docMk/>
            <pc:sldMk cId="635838049" sldId="262"/>
            <ac:picMk id="5" creationId="{B023A6C6-4940-551A-26DE-F5E73620F6D8}"/>
          </ac:picMkLst>
        </pc:picChg>
      </pc:sldChg>
      <pc:sldChg chg="modSp new mod">
        <pc:chgData name="TANAYA PATIL" userId="e1a6de71921f46d2" providerId="LiveId" clId="{DC33770A-CC29-4787-ACF9-C853FCE612E4}" dt="2026-09-10T16:21:25.695" v="289" actId="20577"/>
        <pc:sldMkLst>
          <pc:docMk/>
          <pc:sldMk cId="1680963467" sldId="263"/>
        </pc:sldMkLst>
        <pc:spChg chg="mod">
          <ac:chgData name="TANAYA PATIL" userId="e1a6de71921f46d2" providerId="LiveId" clId="{DC33770A-CC29-4787-ACF9-C853FCE612E4}" dt="2026-09-10T16:18:50.270" v="206" actId="14100"/>
          <ac:spMkLst>
            <pc:docMk/>
            <pc:sldMk cId="1680963467" sldId="263"/>
            <ac:spMk id="2" creationId="{0B4B290D-9554-4C23-DA76-FF98B4E24009}"/>
          </ac:spMkLst>
        </pc:spChg>
        <pc:spChg chg="mod">
          <ac:chgData name="TANAYA PATIL" userId="e1a6de71921f46d2" providerId="LiveId" clId="{DC33770A-CC29-4787-ACF9-C853FCE612E4}" dt="2026-09-10T16:21:25.695" v="289" actId="20577"/>
          <ac:spMkLst>
            <pc:docMk/>
            <pc:sldMk cId="1680963467" sldId="263"/>
            <ac:spMk id="3" creationId="{41CB6C73-856B-5B52-68FD-453F0794C0B0}"/>
          </ac:spMkLst>
        </pc:spChg>
      </pc:sldChg>
      <pc:sldChg chg="addSp modSp new mod">
        <pc:chgData name="TANAYA PATIL" userId="e1a6de71921f46d2" providerId="LiveId" clId="{DC33770A-CC29-4787-ACF9-C853FCE612E4}" dt="2026-09-10T16:29:31.610" v="319" actId="14100"/>
        <pc:sldMkLst>
          <pc:docMk/>
          <pc:sldMk cId="450956676" sldId="264"/>
        </pc:sldMkLst>
        <pc:spChg chg="mod">
          <ac:chgData name="TANAYA PATIL" userId="e1a6de71921f46d2" providerId="LiveId" clId="{DC33770A-CC29-4787-ACF9-C853FCE612E4}" dt="2026-09-10T16:27:12.863" v="308" actId="20577"/>
          <ac:spMkLst>
            <pc:docMk/>
            <pc:sldMk cId="450956676" sldId="264"/>
            <ac:spMk id="2" creationId="{723F9ACA-3548-664B-111B-AFA94A22C892}"/>
          </ac:spMkLst>
        </pc:spChg>
        <pc:spChg chg="mod">
          <ac:chgData name="TANAYA PATIL" userId="e1a6de71921f46d2" providerId="LiveId" clId="{DC33770A-CC29-4787-ACF9-C853FCE612E4}" dt="2026-09-10T16:26:23.234" v="294" actId="255"/>
          <ac:spMkLst>
            <pc:docMk/>
            <pc:sldMk cId="450956676" sldId="264"/>
            <ac:spMk id="3" creationId="{5000AB05-7BD2-1D84-FB94-34974A77B2A2}"/>
          </ac:spMkLst>
        </pc:spChg>
        <pc:picChg chg="add mod">
          <ac:chgData name="TANAYA PATIL" userId="e1a6de71921f46d2" providerId="LiveId" clId="{DC33770A-CC29-4787-ACF9-C853FCE612E4}" dt="2026-09-10T16:29:31.610" v="319" actId="14100"/>
          <ac:picMkLst>
            <pc:docMk/>
            <pc:sldMk cId="450956676" sldId="264"/>
            <ac:picMk id="5" creationId="{88819DA2-2615-D463-4792-7B15902BD3B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36596-A4D3-2895-94C5-0D57C72DAC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36D48-AECE-4059-9197-E46701554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C464BE-AAB4-B3E4-0893-24459649125F}"/>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D0045CA0-4B1A-26C2-26DA-ED1E966757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911807-D3E6-A1B9-F8BB-96B9605428D5}"/>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4201684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3EDC7-83C8-C634-CA45-183E97C12C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36BE92-6A6D-7171-C0EB-8546C3AE03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DB79F7-ABEC-34F2-EDF8-211AEC18822C}"/>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3CDA8A63-19DB-C304-B6C6-A122058947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F31AA4-1EB9-310B-3D4B-B3DC645A7BD9}"/>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126743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C3AB4-EEA7-6379-32D6-1A8C1D3744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676F63-F234-E6ED-EE2D-6C85F4E205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03E75-26A4-9BCA-E448-26C72D3703A9}"/>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BB9B9CF7-4B9B-D696-4C4B-F6343069A7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D86D11-90ED-1E31-5C04-DE1522E5059E}"/>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3634538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2166D-093D-1A83-07C0-7C415D7E10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2174C3-A910-3883-740D-16AAD5E6D6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59AB80-B228-AB37-BEA7-CF028AA623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7A040E-2A42-0BA3-D68E-4354E64A91BE}"/>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6" name="Footer Placeholder 5">
            <a:extLst>
              <a:ext uri="{FF2B5EF4-FFF2-40B4-BE49-F238E27FC236}">
                <a16:creationId xmlns:a16="http://schemas.microsoft.com/office/drawing/2014/main" id="{64EBDBBC-BD4D-10CD-7354-1B0C2C7FCA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BAB8F3-AD95-CA34-5EE7-4AE07C89B634}"/>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4238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6FAB2-6FBE-633F-ED92-B90A3E3702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537362F-138C-0568-BCF3-516FF3C445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D23553-DEE9-1115-F4C4-988BDE665B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5E9C52-C0CF-D03D-6FCC-1AC341DB5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D1F945-35E8-5E79-288D-9DF52C284A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DC0AE9-28A3-8F21-BE3F-D870D5BC51F3}"/>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8" name="Footer Placeholder 7">
            <a:extLst>
              <a:ext uri="{FF2B5EF4-FFF2-40B4-BE49-F238E27FC236}">
                <a16:creationId xmlns:a16="http://schemas.microsoft.com/office/drawing/2014/main" id="{5A3322CF-FFE4-09CC-337A-DF49192221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3AB213-DBE9-0357-1B75-835E0E045B1D}"/>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3409456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421EE-653A-34D7-030A-99D37B61A4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24BB71-6459-5848-9C57-5189FE053130}"/>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4" name="Footer Placeholder 3">
            <a:extLst>
              <a:ext uri="{FF2B5EF4-FFF2-40B4-BE49-F238E27FC236}">
                <a16:creationId xmlns:a16="http://schemas.microsoft.com/office/drawing/2014/main" id="{8A69D774-A6C2-DBFB-B530-A50443382E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FEDC84-24B0-41FC-BF8A-C762058BFC29}"/>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4075461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3F3FAD-18B1-32BB-A74A-AE17F4048B21}"/>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3" name="Footer Placeholder 2">
            <a:extLst>
              <a:ext uri="{FF2B5EF4-FFF2-40B4-BE49-F238E27FC236}">
                <a16:creationId xmlns:a16="http://schemas.microsoft.com/office/drawing/2014/main" id="{F582B45E-4707-E01F-D522-F8296FD3B97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71E4E0-E6EC-E433-31D7-E16A474A57AF}"/>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1102111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F4AB-2632-B574-D1DC-AA8F47C71A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7BBC6B-017B-2B20-C4BB-2516B8DDB8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E9BE10-8647-AB15-19A7-54D45DA435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5558BF-09B2-19C6-6165-C0861E243CA2}"/>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6" name="Footer Placeholder 5">
            <a:extLst>
              <a:ext uri="{FF2B5EF4-FFF2-40B4-BE49-F238E27FC236}">
                <a16:creationId xmlns:a16="http://schemas.microsoft.com/office/drawing/2014/main" id="{16DCF12E-6275-943F-3B9A-55295A4B26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D53423-54BE-BBC8-DA4C-90EEDE35EDC5}"/>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1186292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C7C5E-87E8-77A5-C053-F7006484FB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FB4AA3-46FF-93C1-A938-19818B6C48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E47400-61D0-652D-ED81-AF36A04A2B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2663BC-6253-ABE9-933A-1EC8882A3343}"/>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6" name="Footer Placeholder 5">
            <a:extLst>
              <a:ext uri="{FF2B5EF4-FFF2-40B4-BE49-F238E27FC236}">
                <a16:creationId xmlns:a16="http://schemas.microsoft.com/office/drawing/2014/main" id="{5A16882B-D230-CD39-B636-D8A2E4987B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F11D7B-3999-1245-75CA-A7F8BAD915D7}"/>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4231350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0AE20-5C57-B966-CDB1-77F0BD7955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FE9A62-59CC-CA29-3814-204F262642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9EE121-4859-4873-9320-515A1AC01C13}"/>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01777C26-15D4-D70E-220A-1899369467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173675-1952-243D-BA45-3B42987A96D8}"/>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3762498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871FB1-4C26-A7C3-4D42-F59647C524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5979C3-08EC-62A9-8815-E88AEB90FD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AF5301-8785-D838-A2F5-A94178658A9A}"/>
              </a:ext>
            </a:extLst>
          </p:cNvPr>
          <p:cNvSpPr>
            <a:spLocks noGrp="1"/>
          </p:cNvSpPr>
          <p:nvPr>
            <p:ph type="dt" sz="half" idx="10"/>
          </p:nvPr>
        </p:nvSpPr>
        <p:spPr/>
        <p:txBody>
          <a:body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A35913D9-C650-EFBF-82D2-3F6059B2BF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66E369-8991-5CED-DF01-5806C0408E49}"/>
              </a:ext>
            </a:extLst>
          </p:cNvPr>
          <p:cNvSpPr>
            <a:spLocks noGrp="1"/>
          </p:cNvSpPr>
          <p:nvPr>
            <p:ph type="sldNum" sz="quarter" idx="12"/>
          </p:nvPr>
        </p:nvSpPr>
        <p:spPr/>
        <p:txBody>
          <a:bodyPr/>
          <a:lstStyle/>
          <a:p>
            <a:fld id="{3DFACB3E-D7FD-4432-8435-5D423854CF7B}" type="slidenum">
              <a:rPr lang="en-IN" smtClean="0"/>
              <a:t>‹#›</a:t>
            </a:fld>
            <a:endParaRPr lang="en-IN"/>
          </a:p>
        </p:txBody>
      </p:sp>
    </p:spTree>
    <p:extLst>
      <p:ext uri="{BB962C8B-B14F-4D97-AF65-F5344CB8AC3E}">
        <p14:creationId xmlns:p14="http://schemas.microsoft.com/office/powerpoint/2010/main" val="135023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54032-8B55-9FDC-727C-B8E9D3A6B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EC2E98-FB51-028E-BAFB-3EEBF1E464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C89A23-8CC6-00B6-476A-762934ECF1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004F2D-65B9-4FB3-9E86-8AF0295EF82B}" type="datetimeFigureOut">
              <a:rPr lang="en-IN" smtClean="0"/>
              <a:t>10-09-2026</a:t>
            </a:fld>
            <a:endParaRPr lang="en-IN"/>
          </a:p>
        </p:txBody>
      </p:sp>
      <p:sp>
        <p:nvSpPr>
          <p:cNvPr id="5" name="Footer Placeholder 4">
            <a:extLst>
              <a:ext uri="{FF2B5EF4-FFF2-40B4-BE49-F238E27FC236}">
                <a16:creationId xmlns:a16="http://schemas.microsoft.com/office/drawing/2014/main" id="{A6148AAB-CF51-0B5A-A6F3-C3849D81F6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682A65D-1510-BEF3-CF01-011C863BD8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ACB3E-D7FD-4432-8435-5D423854CF7B}" type="slidenum">
              <a:rPr lang="en-IN" smtClean="0"/>
              <a:t>‹#›</a:t>
            </a:fld>
            <a:endParaRPr lang="en-IN"/>
          </a:p>
        </p:txBody>
      </p:sp>
    </p:spTree>
    <p:extLst>
      <p:ext uri="{BB962C8B-B14F-4D97-AF65-F5344CB8AC3E}">
        <p14:creationId xmlns:p14="http://schemas.microsoft.com/office/powerpoint/2010/main" val="6006455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82D22-68C8-463E-9140-6332A507BEFD}"/>
              </a:ext>
            </a:extLst>
          </p:cNvPr>
          <p:cNvSpPr>
            <a:spLocks noGrp="1"/>
          </p:cNvSpPr>
          <p:nvPr>
            <p:ph type="ctrTitle"/>
          </p:nvPr>
        </p:nvSpPr>
        <p:spPr>
          <a:xfrm>
            <a:off x="1524000" y="1122363"/>
            <a:ext cx="9144000" cy="1847340"/>
          </a:xfrm>
        </p:spPr>
        <p:txBody>
          <a:bodyPr>
            <a:normAutofit/>
          </a:bodyPr>
          <a:lstStyle/>
          <a:p>
            <a:r>
              <a:rPr lang="en-IN" dirty="0">
                <a:solidFill>
                  <a:schemeClr val="bg2">
                    <a:lumMod val="25000"/>
                  </a:schemeClr>
                </a:solidFill>
              </a:rPr>
              <a:t>Networking Fundamental</a:t>
            </a:r>
            <a:br>
              <a:rPr lang="en-IN" dirty="0"/>
            </a:br>
            <a:endParaRPr lang="en-IN" dirty="0"/>
          </a:p>
        </p:txBody>
      </p:sp>
      <p:sp>
        <p:nvSpPr>
          <p:cNvPr id="3" name="Subtitle 2">
            <a:extLst>
              <a:ext uri="{FF2B5EF4-FFF2-40B4-BE49-F238E27FC236}">
                <a16:creationId xmlns:a16="http://schemas.microsoft.com/office/drawing/2014/main" id="{586D0F44-F269-3D0B-0E58-85C3DF02CD09}"/>
              </a:ext>
            </a:extLst>
          </p:cNvPr>
          <p:cNvSpPr>
            <a:spLocks noGrp="1"/>
          </p:cNvSpPr>
          <p:nvPr>
            <p:ph type="subTitle" idx="1"/>
          </p:nvPr>
        </p:nvSpPr>
        <p:spPr/>
        <p:txBody>
          <a:bodyPr>
            <a:normAutofit/>
          </a:bodyPr>
          <a:lstStyle/>
          <a:p>
            <a:r>
              <a:rPr lang="en-IN" dirty="0" err="1">
                <a:solidFill>
                  <a:srgbClr val="FF0000"/>
                </a:solidFill>
              </a:rPr>
              <a:t>Preseented</a:t>
            </a:r>
            <a:r>
              <a:rPr lang="en-IN" dirty="0">
                <a:solidFill>
                  <a:srgbClr val="FF0000"/>
                </a:solidFill>
              </a:rPr>
              <a:t> By : Tanaya Lotan Patil</a:t>
            </a:r>
          </a:p>
        </p:txBody>
      </p:sp>
    </p:spTree>
    <p:extLst>
      <p:ext uri="{BB962C8B-B14F-4D97-AF65-F5344CB8AC3E}">
        <p14:creationId xmlns:p14="http://schemas.microsoft.com/office/powerpoint/2010/main" val="3698788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68532-AEA5-4C64-D083-481D6F6DA8B2}"/>
              </a:ext>
            </a:extLst>
          </p:cNvPr>
          <p:cNvSpPr>
            <a:spLocks noGrp="1"/>
          </p:cNvSpPr>
          <p:nvPr>
            <p:ph type="title"/>
          </p:nvPr>
        </p:nvSpPr>
        <p:spPr>
          <a:xfrm>
            <a:off x="838200" y="365125"/>
            <a:ext cx="10515600" cy="666721"/>
          </a:xfrm>
        </p:spPr>
        <p:txBody>
          <a:bodyPr>
            <a:normAutofit fontScale="90000"/>
          </a:bodyPr>
          <a:lstStyle/>
          <a:p>
            <a:r>
              <a:rPr lang="en-IN" dirty="0"/>
              <a:t>                             </a:t>
            </a:r>
            <a:r>
              <a:rPr lang="en-IN" dirty="0">
                <a:solidFill>
                  <a:srgbClr val="FF0000"/>
                </a:solidFill>
              </a:rPr>
              <a:t>What is Networking</a:t>
            </a:r>
          </a:p>
        </p:txBody>
      </p:sp>
      <p:sp>
        <p:nvSpPr>
          <p:cNvPr id="3" name="Content Placeholder 2">
            <a:extLst>
              <a:ext uri="{FF2B5EF4-FFF2-40B4-BE49-F238E27FC236}">
                <a16:creationId xmlns:a16="http://schemas.microsoft.com/office/drawing/2014/main" id="{D83CBB95-6360-8C00-670C-16462E5E079B}"/>
              </a:ext>
            </a:extLst>
          </p:cNvPr>
          <p:cNvSpPr>
            <a:spLocks noGrp="1"/>
          </p:cNvSpPr>
          <p:nvPr>
            <p:ph idx="1"/>
          </p:nvPr>
        </p:nvSpPr>
        <p:spPr>
          <a:xfrm>
            <a:off x="838200" y="1216404"/>
            <a:ext cx="10515600" cy="4960559"/>
          </a:xfrm>
        </p:spPr>
        <p:txBody>
          <a:bodyPr>
            <a:normAutofit fontScale="62500" lnSpcReduction="20000"/>
          </a:bodyPr>
          <a:lstStyle/>
          <a:p>
            <a:r>
              <a:rPr lang="en-IN" b="1" dirty="0"/>
              <a:t>Networking</a:t>
            </a:r>
            <a:r>
              <a:rPr lang="en-IN" dirty="0"/>
              <a:t> is the process of connecting two or more devices so they can </a:t>
            </a:r>
            <a:r>
              <a:rPr lang="en-IN" b="1" dirty="0"/>
              <a:t>communicate, exchange data, and share resources</a:t>
            </a:r>
            <a:r>
              <a:rPr lang="en-IN" dirty="0"/>
              <a:t>.</a:t>
            </a:r>
          </a:p>
          <a:p>
            <a:r>
              <a:rPr lang="en-IN" b="1" dirty="0"/>
              <a:t>Key Points</a:t>
            </a:r>
          </a:p>
          <a:p>
            <a:pPr marL="0" lvl="0" indent="0">
              <a:buNone/>
            </a:pPr>
            <a:r>
              <a:rPr lang="en-IN" dirty="0"/>
              <a:t>     Devices such as computers, mobiles, servers, and printers can be connected through a network. </a:t>
            </a:r>
          </a:p>
          <a:p>
            <a:pPr marL="0" lvl="0" indent="0">
              <a:buNone/>
            </a:pPr>
            <a:r>
              <a:rPr lang="en-IN" dirty="0"/>
              <a:t>     Communication happens using </a:t>
            </a:r>
            <a:r>
              <a:rPr lang="en-IN" b="1" dirty="0"/>
              <a:t>network protocols</a:t>
            </a:r>
            <a:r>
              <a:rPr lang="en-IN" dirty="0"/>
              <a:t> such as TCP/IP. </a:t>
            </a:r>
          </a:p>
          <a:p>
            <a:pPr marL="0" lvl="0" indent="0">
              <a:buNone/>
            </a:pPr>
            <a:r>
              <a:rPr lang="en-IN" dirty="0"/>
              <a:t>     Networks can use </a:t>
            </a:r>
            <a:r>
              <a:rPr lang="en-IN" b="1" dirty="0"/>
              <a:t>wired connections</a:t>
            </a:r>
            <a:r>
              <a:rPr lang="en-IN" dirty="0"/>
              <a:t> like Ethernet or </a:t>
            </a:r>
            <a:r>
              <a:rPr lang="en-IN" b="1" dirty="0"/>
              <a:t>wireless connections</a:t>
            </a:r>
            <a:r>
              <a:rPr lang="en-IN" dirty="0"/>
              <a:t> like Wi-Fi. </a:t>
            </a:r>
          </a:p>
          <a:p>
            <a:pPr marL="0" lvl="0" indent="0">
              <a:buNone/>
            </a:pPr>
            <a:r>
              <a:rPr lang="en-IN" dirty="0"/>
              <a:t>     Networking allows resources such as files, printers, applications, and Internet connections to be shared. </a:t>
            </a:r>
          </a:p>
          <a:p>
            <a:r>
              <a:rPr lang="en-IN" b="1" dirty="0"/>
              <a:t>Simple Example</a:t>
            </a:r>
          </a:p>
          <a:p>
            <a:pPr marL="0" indent="0">
              <a:buNone/>
            </a:pPr>
            <a:r>
              <a:rPr lang="en-IN" b="1" dirty="0"/>
              <a:t>    Laptop → Wi-Fi Router → Internet → Web Server</a:t>
            </a:r>
            <a:endParaRPr lang="en-IN" dirty="0"/>
          </a:p>
          <a:p>
            <a:r>
              <a:rPr lang="en-IN" dirty="0"/>
              <a:t>When we open a website on our laptop, networking allows our device to communicate with the web server and receive the requested data.</a:t>
            </a:r>
          </a:p>
          <a:p>
            <a:r>
              <a:rPr lang="en-IN" b="1" dirty="0"/>
              <a:t>Types of Networks</a:t>
            </a:r>
          </a:p>
          <a:p>
            <a:pPr marL="0" lvl="0" indent="0">
              <a:buNone/>
            </a:pPr>
            <a:r>
              <a:rPr lang="en-IN" b="1" dirty="0"/>
              <a:t>       LAN</a:t>
            </a:r>
            <a:r>
              <a:rPr lang="en-IN" dirty="0"/>
              <a:t> – Local Area Network </a:t>
            </a:r>
          </a:p>
          <a:p>
            <a:pPr marL="0" lvl="0" indent="0">
              <a:buNone/>
            </a:pPr>
            <a:r>
              <a:rPr lang="en-IN" b="1" dirty="0"/>
              <a:t>       WAN</a:t>
            </a:r>
            <a:r>
              <a:rPr lang="en-IN" dirty="0"/>
              <a:t> – Wide Area Network </a:t>
            </a:r>
          </a:p>
          <a:p>
            <a:pPr marL="0" lvl="0" indent="0">
              <a:buNone/>
            </a:pPr>
            <a:r>
              <a:rPr lang="en-IN" b="1" dirty="0"/>
              <a:t>       MAN</a:t>
            </a:r>
            <a:r>
              <a:rPr lang="en-IN" dirty="0"/>
              <a:t> – Metropolitan Area Network</a:t>
            </a:r>
          </a:p>
          <a:p>
            <a:endParaRPr lang="en-IN" dirty="0"/>
          </a:p>
        </p:txBody>
      </p:sp>
    </p:spTree>
    <p:extLst>
      <p:ext uri="{BB962C8B-B14F-4D97-AF65-F5344CB8AC3E}">
        <p14:creationId xmlns:p14="http://schemas.microsoft.com/office/powerpoint/2010/main" val="2052950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80B4-58A6-F2BF-A007-3FC2A717250D}"/>
              </a:ext>
            </a:extLst>
          </p:cNvPr>
          <p:cNvSpPr>
            <a:spLocks noGrp="1"/>
          </p:cNvSpPr>
          <p:nvPr>
            <p:ph type="title"/>
          </p:nvPr>
        </p:nvSpPr>
        <p:spPr>
          <a:xfrm>
            <a:off x="838200" y="365126"/>
            <a:ext cx="10515600" cy="1052614"/>
          </a:xfrm>
        </p:spPr>
        <p:txBody>
          <a:bodyPr/>
          <a:lstStyle/>
          <a:p>
            <a:r>
              <a:rPr lang="en-IN" dirty="0">
                <a:solidFill>
                  <a:srgbClr val="FF0000"/>
                </a:solidFill>
              </a:rPr>
              <a:t>                                IP Address</a:t>
            </a:r>
          </a:p>
        </p:txBody>
      </p:sp>
      <p:sp>
        <p:nvSpPr>
          <p:cNvPr id="3" name="Content Placeholder 2">
            <a:extLst>
              <a:ext uri="{FF2B5EF4-FFF2-40B4-BE49-F238E27FC236}">
                <a16:creationId xmlns:a16="http://schemas.microsoft.com/office/drawing/2014/main" id="{66A81CF8-10F4-9AD3-876F-843EE4FCD7BB}"/>
              </a:ext>
            </a:extLst>
          </p:cNvPr>
          <p:cNvSpPr>
            <a:spLocks noGrp="1"/>
          </p:cNvSpPr>
          <p:nvPr>
            <p:ph idx="1"/>
          </p:nvPr>
        </p:nvSpPr>
        <p:spPr>
          <a:xfrm>
            <a:off x="838200" y="1484851"/>
            <a:ext cx="10515600" cy="4692112"/>
          </a:xfrm>
        </p:spPr>
        <p:txBody>
          <a:bodyPr>
            <a:normAutofit/>
          </a:bodyPr>
          <a:lstStyle/>
          <a:p>
            <a:r>
              <a:rPr lang="en-IN" sz="1200" dirty="0"/>
              <a:t>An </a:t>
            </a:r>
            <a:r>
              <a:rPr lang="en-IN" sz="1200" b="1" dirty="0"/>
              <a:t>IP (Internet Protocol) address</a:t>
            </a:r>
            <a:r>
              <a:rPr lang="en-IN" sz="1200" dirty="0"/>
              <a:t> is a logical address assigned to a device on a network. It helps </a:t>
            </a:r>
            <a:r>
              <a:rPr lang="en-IN" sz="1200" b="1" dirty="0"/>
              <a:t>identify the device and deliver data to the correct destination</a:t>
            </a:r>
            <a:r>
              <a:rPr lang="en-IN" sz="1200" dirty="0"/>
              <a:t>.</a:t>
            </a:r>
          </a:p>
          <a:p>
            <a:r>
              <a:rPr lang="en-IN" sz="1200" b="1" dirty="0"/>
              <a:t>Key Points</a:t>
            </a:r>
          </a:p>
          <a:p>
            <a:pPr lvl="0"/>
            <a:r>
              <a:rPr lang="en-IN" sz="1200" dirty="0"/>
              <a:t>Every device communicating on an IP network needs an IP address. </a:t>
            </a:r>
          </a:p>
          <a:p>
            <a:pPr lvl="0"/>
            <a:r>
              <a:rPr lang="en-IN" sz="1200" dirty="0"/>
              <a:t>IPv4 addresses are </a:t>
            </a:r>
            <a:r>
              <a:rPr lang="en-IN" sz="1200" b="1" dirty="0"/>
              <a:t>32-bit</a:t>
            </a:r>
            <a:r>
              <a:rPr lang="en-IN" sz="1200" dirty="0"/>
              <a:t> and written in four parts. </a:t>
            </a:r>
          </a:p>
          <a:p>
            <a:pPr lvl="0"/>
            <a:r>
              <a:rPr lang="en-IN" sz="1200" dirty="0"/>
              <a:t>Example: 192.168.1.10 </a:t>
            </a:r>
          </a:p>
          <a:p>
            <a:pPr lvl="0"/>
            <a:r>
              <a:rPr lang="en-IN" sz="1200" dirty="0"/>
              <a:t>IPv6 addresses are </a:t>
            </a:r>
            <a:r>
              <a:rPr lang="en-IN" sz="1200" b="1" dirty="0"/>
              <a:t>128-bit</a:t>
            </a:r>
            <a:r>
              <a:rPr lang="en-IN" sz="1200" dirty="0"/>
              <a:t> and were introduced to provide a much larger address space. </a:t>
            </a:r>
          </a:p>
          <a:p>
            <a:pPr lvl="0"/>
            <a:r>
              <a:rPr lang="en-IN" sz="1200" dirty="0"/>
              <a:t>IP addresses can be </a:t>
            </a:r>
            <a:r>
              <a:rPr lang="en-IN" sz="1200" b="1" dirty="0"/>
              <a:t>private</a:t>
            </a:r>
            <a:r>
              <a:rPr lang="en-IN" sz="1200" dirty="0"/>
              <a:t> or </a:t>
            </a:r>
            <a:r>
              <a:rPr lang="en-IN" sz="1200" b="1" dirty="0"/>
              <a:t>public</a:t>
            </a:r>
            <a:r>
              <a:rPr lang="en-IN" dirty="0"/>
              <a:t>.</a:t>
            </a:r>
          </a:p>
          <a:p>
            <a:endParaRPr lang="en-IN" dirty="0"/>
          </a:p>
        </p:txBody>
      </p:sp>
      <p:pic>
        <p:nvPicPr>
          <p:cNvPr id="5" name="Picture 4">
            <a:extLst>
              <a:ext uri="{FF2B5EF4-FFF2-40B4-BE49-F238E27FC236}">
                <a16:creationId xmlns:a16="http://schemas.microsoft.com/office/drawing/2014/main" id="{7882D689-A323-B8D3-8A03-DC33E7932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352" y="3682767"/>
            <a:ext cx="8732940" cy="2810107"/>
          </a:xfrm>
          <a:prstGeom prst="rect">
            <a:avLst/>
          </a:prstGeom>
        </p:spPr>
      </p:pic>
    </p:spTree>
    <p:extLst>
      <p:ext uri="{BB962C8B-B14F-4D97-AF65-F5344CB8AC3E}">
        <p14:creationId xmlns:p14="http://schemas.microsoft.com/office/powerpoint/2010/main" val="2434107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0F572-2374-6DB6-C30D-0199CEDD4EC0}"/>
              </a:ext>
            </a:extLst>
          </p:cNvPr>
          <p:cNvSpPr>
            <a:spLocks noGrp="1"/>
          </p:cNvSpPr>
          <p:nvPr>
            <p:ph type="title"/>
          </p:nvPr>
        </p:nvSpPr>
        <p:spPr>
          <a:xfrm>
            <a:off x="838200" y="365126"/>
            <a:ext cx="10515600" cy="876446"/>
          </a:xfrm>
        </p:spPr>
        <p:txBody>
          <a:bodyPr/>
          <a:lstStyle/>
          <a:p>
            <a:r>
              <a:rPr lang="en-IN" dirty="0">
                <a:solidFill>
                  <a:srgbClr val="FF0000"/>
                </a:solidFill>
              </a:rPr>
              <a:t>                                Subnetting</a:t>
            </a:r>
          </a:p>
        </p:txBody>
      </p:sp>
      <p:sp>
        <p:nvSpPr>
          <p:cNvPr id="3" name="Content Placeholder 2">
            <a:extLst>
              <a:ext uri="{FF2B5EF4-FFF2-40B4-BE49-F238E27FC236}">
                <a16:creationId xmlns:a16="http://schemas.microsoft.com/office/drawing/2014/main" id="{E81666F9-D8FB-6740-AD49-58C1293D6EB0}"/>
              </a:ext>
            </a:extLst>
          </p:cNvPr>
          <p:cNvSpPr>
            <a:spLocks noGrp="1"/>
          </p:cNvSpPr>
          <p:nvPr>
            <p:ph idx="1"/>
          </p:nvPr>
        </p:nvSpPr>
        <p:spPr>
          <a:xfrm>
            <a:off x="838200" y="1166070"/>
            <a:ext cx="10515600" cy="5010893"/>
          </a:xfrm>
        </p:spPr>
        <p:txBody>
          <a:bodyPr>
            <a:normAutofit fontScale="70000" lnSpcReduction="20000"/>
          </a:bodyPr>
          <a:lstStyle/>
          <a:p>
            <a:r>
              <a:rPr lang="en-IN" b="1" dirty="0"/>
              <a:t>Subnetting</a:t>
            </a:r>
            <a:r>
              <a:rPr lang="en-IN" dirty="0"/>
              <a:t> is the process of dividing a large network into smaller networks called </a:t>
            </a:r>
            <a:r>
              <a:rPr lang="en-IN" b="1" dirty="0"/>
              <a:t>subnets</a:t>
            </a:r>
            <a:r>
              <a:rPr lang="en-IN" dirty="0"/>
              <a:t>.</a:t>
            </a:r>
          </a:p>
          <a:p>
            <a:r>
              <a:rPr lang="en-IN" b="1" dirty="0"/>
              <a:t>Key Points</a:t>
            </a:r>
          </a:p>
          <a:p>
            <a:pPr lvl="0"/>
            <a:r>
              <a:rPr lang="en-IN" dirty="0"/>
              <a:t>A subnet is a smaller section of a larger network. </a:t>
            </a:r>
          </a:p>
          <a:p>
            <a:pPr lvl="0"/>
            <a:r>
              <a:rPr lang="en-IN" dirty="0"/>
              <a:t>It uses a </a:t>
            </a:r>
            <a:r>
              <a:rPr lang="en-IN" b="1" dirty="0"/>
              <a:t>subnet mask</a:t>
            </a:r>
            <a:r>
              <a:rPr lang="en-IN" dirty="0"/>
              <a:t> to define the network and host portions. </a:t>
            </a:r>
          </a:p>
          <a:p>
            <a:pPr lvl="0"/>
            <a:r>
              <a:rPr lang="en-IN" dirty="0"/>
              <a:t>It helps organize devices into different network sections. </a:t>
            </a:r>
          </a:p>
          <a:p>
            <a:pPr lvl="0"/>
            <a:r>
              <a:rPr lang="en-IN" dirty="0"/>
              <a:t>It improves </a:t>
            </a:r>
            <a:r>
              <a:rPr lang="en-IN" b="1" dirty="0"/>
              <a:t>security, performance, and efficient IP address usage</a:t>
            </a:r>
            <a:r>
              <a:rPr lang="en-IN" dirty="0"/>
              <a:t>. </a:t>
            </a:r>
          </a:p>
          <a:p>
            <a:r>
              <a:rPr lang="en-IN" b="1" dirty="0"/>
              <a:t>Simple Example</a:t>
            </a:r>
          </a:p>
          <a:p>
            <a:r>
              <a:rPr lang="en-IN" dirty="0"/>
              <a:t>Suppose we have:</a:t>
            </a:r>
          </a:p>
          <a:p>
            <a:r>
              <a:rPr lang="en-IN" b="1" dirty="0"/>
              <a:t>Network:</a:t>
            </a:r>
            <a:r>
              <a:rPr lang="en-IN" dirty="0"/>
              <a:t> 192.168.1.0/24</a:t>
            </a:r>
          </a:p>
          <a:p>
            <a:r>
              <a:rPr lang="en-IN" dirty="0"/>
              <a:t>We can divide it into smaller networks for different departments:</a:t>
            </a:r>
          </a:p>
          <a:p>
            <a:pPr lvl="0"/>
            <a:r>
              <a:rPr lang="en-IN" b="1" dirty="0"/>
              <a:t>Sales:</a:t>
            </a:r>
            <a:r>
              <a:rPr lang="en-IN" dirty="0"/>
              <a:t> 192.168.1.0/26 </a:t>
            </a:r>
          </a:p>
          <a:p>
            <a:pPr lvl="0"/>
            <a:r>
              <a:rPr lang="en-IN" b="1" dirty="0"/>
              <a:t>HR:</a:t>
            </a:r>
            <a:r>
              <a:rPr lang="en-IN" dirty="0"/>
              <a:t> 192.168.1.64/26 </a:t>
            </a:r>
          </a:p>
          <a:p>
            <a:pPr lvl="0"/>
            <a:r>
              <a:rPr lang="en-IN" b="1" dirty="0"/>
              <a:t>IT:</a:t>
            </a:r>
            <a:r>
              <a:rPr lang="en-IN" dirty="0"/>
              <a:t> 192.168.1.128/26 </a:t>
            </a:r>
          </a:p>
          <a:p>
            <a:pPr lvl="0"/>
            <a:r>
              <a:rPr lang="en-IN" b="1" dirty="0"/>
              <a:t>Management:</a:t>
            </a:r>
            <a:r>
              <a:rPr lang="en-IN" dirty="0"/>
              <a:t> 192.168.1.192/26</a:t>
            </a:r>
          </a:p>
          <a:p>
            <a:endParaRPr lang="en-IN" dirty="0"/>
          </a:p>
        </p:txBody>
      </p:sp>
    </p:spTree>
    <p:extLst>
      <p:ext uri="{BB962C8B-B14F-4D97-AF65-F5344CB8AC3E}">
        <p14:creationId xmlns:p14="http://schemas.microsoft.com/office/powerpoint/2010/main" val="4163373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53FF-DE80-2EDA-CC59-1E58FABA0102}"/>
              </a:ext>
            </a:extLst>
          </p:cNvPr>
          <p:cNvSpPr>
            <a:spLocks noGrp="1"/>
          </p:cNvSpPr>
          <p:nvPr>
            <p:ph type="title"/>
          </p:nvPr>
        </p:nvSpPr>
        <p:spPr>
          <a:xfrm>
            <a:off x="838200" y="365126"/>
            <a:ext cx="10515600" cy="943558"/>
          </a:xfrm>
        </p:spPr>
        <p:txBody>
          <a:bodyPr/>
          <a:lstStyle/>
          <a:p>
            <a:r>
              <a:rPr lang="en-IN" dirty="0">
                <a:solidFill>
                  <a:srgbClr val="FF0000"/>
                </a:solidFill>
              </a:rPr>
              <a:t>               DNS – Domain Name System</a:t>
            </a:r>
          </a:p>
        </p:txBody>
      </p:sp>
      <p:sp>
        <p:nvSpPr>
          <p:cNvPr id="3" name="Content Placeholder 2">
            <a:extLst>
              <a:ext uri="{FF2B5EF4-FFF2-40B4-BE49-F238E27FC236}">
                <a16:creationId xmlns:a16="http://schemas.microsoft.com/office/drawing/2014/main" id="{CE2309EA-4357-1708-94B9-1F54E50992A1}"/>
              </a:ext>
            </a:extLst>
          </p:cNvPr>
          <p:cNvSpPr>
            <a:spLocks noGrp="1"/>
          </p:cNvSpPr>
          <p:nvPr>
            <p:ph idx="1"/>
          </p:nvPr>
        </p:nvSpPr>
        <p:spPr>
          <a:xfrm>
            <a:off x="838200" y="1308684"/>
            <a:ext cx="10515600" cy="4868279"/>
          </a:xfrm>
        </p:spPr>
        <p:txBody>
          <a:bodyPr>
            <a:normAutofit fontScale="70000" lnSpcReduction="20000"/>
          </a:bodyPr>
          <a:lstStyle/>
          <a:p>
            <a:r>
              <a:rPr lang="en-IN" b="1" dirty="0"/>
              <a:t>DNS (Domain Name System)</a:t>
            </a:r>
            <a:r>
              <a:rPr lang="en-IN" dirty="0"/>
              <a:t> is a system that converts a </a:t>
            </a:r>
            <a:r>
              <a:rPr lang="en-IN" b="1" dirty="0"/>
              <a:t>domain name into an IP address</a:t>
            </a:r>
            <a:r>
              <a:rPr lang="en-IN" dirty="0"/>
              <a:t>.</a:t>
            </a:r>
          </a:p>
          <a:p>
            <a:r>
              <a:rPr lang="en-IN" b="1" dirty="0"/>
              <a:t>Key Points</a:t>
            </a:r>
          </a:p>
          <a:p>
            <a:pPr lvl="0"/>
            <a:r>
              <a:rPr lang="en-IN" dirty="0"/>
              <a:t>Humans remember names like google.com more easily than IP addresses. </a:t>
            </a:r>
          </a:p>
          <a:p>
            <a:pPr lvl="0"/>
            <a:r>
              <a:rPr lang="en-IN" dirty="0"/>
              <a:t>Computers communicate using </a:t>
            </a:r>
            <a:r>
              <a:rPr lang="en-IN" b="1" dirty="0"/>
              <a:t>IP addresses</a:t>
            </a:r>
            <a:r>
              <a:rPr lang="en-IN" dirty="0"/>
              <a:t>. </a:t>
            </a:r>
          </a:p>
          <a:p>
            <a:pPr lvl="0"/>
            <a:r>
              <a:rPr lang="en-IN" dirty="0"/>
              <a:t>DNS finds the IP address associated with a domain name. </a:t>
            </a:r>
          </a:p>
          <a:p>
            <a:pPr lvl="0"/>
            <a:r>
              <a:rPr lang="en-IN" dirty="0"/>
              <a:t>DNS works like the </a:t>
            </a:r>
            <a:r>
              <a:rPr lang="en-IN" b="1" dirty="0"/>
              <a:t>phonebook of the Internet</a:t>
            </a:r>
            <a:r>
              <a:rPr lang="en-IN" dirty="0"/>
              <a:t>. </a:t>
            </a:r>
          </a:p>
          <a:p>
            <a:r>
              <a:rPr lang="en-IN" b="1" dirty="0"/>
              <a:t>Simple Example</a:t>
            </a:r>
          </a:p>
          <a:p>
            <a:r>
              <a:rPr lang="en-IN" dirty="0"/>
              <a:t>When you type:</a:t>
            </a:r>
          </a:p>
          <a:p>
            <a:r>
              <a:rPr lang="en-IN" b="1" dirty="0"/>
              <a:t>www.google.com</a:t>
            </a:r>
            <a:br>
              <a:rPr lang="en-IN" dirty="0"/>
            </a:br>
            <a:r>
              <a:rPr lang="en-IN" dirty="0"/>
              <a:t>↓</a:t>
            </a:r>
            <a:br>
              <a:rPr lang="en-IN" dirty="0"/>
            </a:br>
            <a:r>
              <a:rPr lang="en-IN" b="1" dirty="0"/>
              <a:t>DNS Server</a:t>
            </a:r>
            <a:br>
              <a:rPr lang="en-IN" dirty="0"/>
            </a:br>
            <a:r>
              <a:rPr lang="en-IN" dirty="0"/>
              <a:t>↓</a:t>
            </a:r>
            <a:br>
              <a:rPr lang="en-IN" dirty="0"/>
            </a:br>
            <a:r>
              <a:rPr lang="en-IN" b="1" dirty="0"/>
              <a:t>IP Address</a:t>
            </a:r>
            <a:br>
              <a:rPr lang="en-IN" dirty="0"/>
            </a:br>
            <a:r>
              <a:rPr lang="en-IN" dirty="0"/>
              <a:t>↓</a:t>
            </a:r>
            <a:br>
              <a:rPr lang="en-IN" dirty="0"/>
            </a:br>
            <a:r>
              <a:rPr lang="en-IN" b="1" dirty="0"/>
              <a:t>Google Web Server</a:t>
            </a:r>
            <a:endParaRPr lang="en-IN" dirty="0"/>
          </a:p>
          <a:p>
            <a:r>
              <a:rPr lang="en-IN" dirty="0"/>
              <a:t>The browser then uses that IP address to connect to the server.</a:t>
            </a:r>
          </a:p>
          <a:p>
            <a:endParaRPr lang="en-IN" dirty="0"/>
          </a:p>
        </p:txBody>
      </p:sp>
    </p:spTree>
    <p:extLst>
      <p:ext uri="{BB962C8B-B14F-4D97-AF65-F5344CB8AC3E}">
        <p14:creationId xmlns:p14="http://schemas.microsoft.com/office/powerpoint/2010/main" val="1316591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6BB02-96B4-5712-A509-511DC1BDCFAD}"/>
              </a:ext>
            </a:extLst>
          </p:cNvPr>
          <p:cNvSpPr>
            <a:spLocks noGrp="1"/>
          </p:cNvSpPr>
          <p:nvPr>
            <p:ph type="title"/>
          </p:nvPr>
        </p:nvSpPr>
        <p:spPr>
          <a:xfrm>
            <a:off x="838200" y="365125"/>
            <a:ext cx="10515600" cy="834501"/>
          </a:xfrm>
        </p:spPr>
        <p:txBody>
          <a:bodyPr/>
          <a:lstStyle/>
          <a:p>
            <a:r>
              <a:rPr lang="en-IN" dirty="0">
                <a:solidFill>
                  <a:srgbClr val="FF0000"/>
                </a:solidFill>
              </a:rPr>
              <a:t>                           Ports &amp; Protocols</a:t>
            </a:r>
          </a:p>
        </p:txBody>
      </p:sp>
      <p:sp>
        <p:nvSpPr>
          <p:cNvPr id="8" name="Content Placeholder 7">
            <a:extLst>
              <a:ext uri="{FF2B5EF4-FFF2-40B4-BE49-F238E27FC236}">
                <a16:creationId xmlns:a16="http://schemas.microsoft.com/office/drawing/2014/main" id="{2A00641E-5D8E-C14B-7FB5-20A4AFE9122B}"/>
              </a:ext>
            </a:extLst>
          </p:cNvPr>
          <p:cNvSpPr>
            <a:spLocks noGrp="1"/>
          </p:cNvSpPr>
          <p:nvPr>
            <p:ph idx="1"/>
          </p:nvPr>
        </p:nvSpPr>
        <p:spPr>
          <a:xfrm>
            <a:off x="838200" y="1258349"/>
            <a:ext cx="10515600" cy="4918614"/>
          </a:xfrm>
        </p:spPr>
        <p:txBody>
          <a:bodyPr/>
          <a:lstStyle/>
          <a:p>
            <a:r>
              <a:rPr lang="en-IN" sz="1600" b="1" dirty="0"/>
              <a:t>What is a Port?</a:t>
            </a:r>
          </a:p>
          <a:p>
            <a:r>
              <a:rPr lang="en-IN" sz="1600" dirty="0"/>
              <a:t>A </a:t>
            </a:r>
            <a:r>
              <a:rPr lang="en-IN" sz="1600" b="1" dirty="0"/>
              <a:t>port</a:t>
            </a:r>
            <a:r>
              <a:rPr lang="en-IN" sz="1600" dirty="0"/>
              <a:t> is a logical communication endpoint used to identify a specific service or application running on a device.</a:t>
            </a:r>
          </a:p>
          <a:p>
            <a:r>
              <a:rPr lang="en-IN" sz="1600" dirty="0"/>
              <a:t>For example, a server can run web services, SSH, and DNS at the same time, using different ports.</a:t>
            </a:r>
          </a:p>
          <a:p>
            <a:r>
              <a:rPr lang="en-IN" sz="1600" b="1" dirty="0"/>
              <a:t>What is a Protocol?</a:t>
            </a:r>
          </a:p>
          <a:p>
            <a:r>
              <a:rPr lang="en-IN" sz="1600" dirty="0"/>
              <a:t>A </a:t>
            </a:r>
            <a:r>
              <a:rPr lang="en-IN" sz="1600" b="1" dirty="0"/>
              <a:t>protocol</a:t>
            </a:r>
            <a:r>
              <a:rPr lang="en-IN" sz="1600" dirty="0"/>
              <a:t> is a set of rules that defines </a:t>
            </a:r>
            <a:r>
              <a:rPr lang="en-IN" sz="1600" b="1" dirty="0"/>
              <a:t>how devices communicate and exchange data</a:t>
            </a:r>
            <a:r>
              <a:rPr lang="en-IN" sz="1600" dirty="0"/>
              <a:t>.</a:t>
            </a:r>
          </a:p>
          <a:p>
            <a:endParaRPr lang="en-IN" sz="1600" dirty="0"/>
          </a:p>
          <a:p>
            <a:endParaRPr lang="en-IN" dirty="0"/>
          </a:p>
        </p:txBody>
      </p:sp>
      <p:pic>
        <p:nvPicPr>
          <p:cNvPr id="18" name="Picture 17">
            <a:extLst>
              <a:ext uri="{FF2B5EF4-FFF2-40B4-BE49-F238E27FC236}">
                <a16:creationId xmlns:a16="http://schemas.microsoft.com/office/drawing/2014/main" id="{30A755E6-0028-671E-0C53-AFC260B1C2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738" y="3095538"/>
            <a:ext cx="9420835" cy="3498209"/>
          </a:xfrm>
          <a:prstGeom prst="rect">
            <a:avLst/>
          </a:prstGeom>
        </p:spPr>
      </p:pic>
    </p:spTree>
    <p:extLst>
      <p:ext uri="{BB962C8B-B14F-4D97-AF65-F5344CB8AC3E}">
        <p14:creationId xmlns:p14="http://schemas.microsoft.com/office/powerpoint/2010/main" val="4218040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1BF2B-3DEA-6488-775D-1AF805CB17F8}"/>
              </a:ext>
            </a:extLst>
          </p:cNvPr>
          <p:cNvSpPr>
            <a:spLocks noGrp="1"/>
          </p:cNvSpPr>
          <p:nvPr>
            <p:ph type="title"/>
          </p:nvPr>
        </p:nvSpPr>
        <p:spPr>
          <a:xfrm>
            <a:off x="838200" y="365125"/>
            <a:ext cx="10515600" cy="901613"/>
          </a:xfrm>
        </p:spPr>
        <p:txBody>
          <a:bodyPr/>
          <a:lstStyle/>
          <a:p>
            <a:r>
              <a:rPr lang="en-IN" dirty="0">
                <a:solidFill>
                  <a:srgbClr val="FF0000"/>
                </a:solidFill>
              </a:rPr>
              <a:t>                        HTTP, HTTPS &amp; TLS</a:t>
            </a:r>
          </a:p>
        </p:txBody>
      </p:sp>
      <p:pic>
        <p:nvPicPr>
          <p:cNvPr id="5" name="Content Placeholder 4">
            <a:extLst>
              <a:ext uri="{FF2B5EF4-FFF2-40B4-BE49-F238E27FC236}">
                <a16:creationId xmlns:a16="http://schemas.microsoft.com/office/drawing/2014/main" id="{B023A6C6-4940-551A-26DE-F5E73620F6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81138" y="1493239"/>
            <a:ext cx="7768205" cy="4857227"/>
          </a:xfrm>
          <a:prstGeom prst="rect">
            <a:avLst/>
          </a:prstGeom>
        </p:spPr>
      </p:pic>
    </p:spTree>
    <p:extLst>
      <p:ext uri="{BB962C8B-B14F-4D97-AF65-F5344CB8AC3E}">
        <p14:creationId xmlns:p14="http://schemas.microsoft.com/office/powerpoint/2010/main" val="63583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290D-9554-4C23-DA76-FF98B4E24009}"/>
              </a:ext>
            </a:extLst>
          </p:cNvPr>
          <p:cNvSpPr>
            <a:spLocks noGrp="1"/>
          </p:cNvSpPr>
          <p:nvPr>
            <p:ph type="title"/>
          </p:nvPr>
        </p:nvSpPr>
        <p:spPr>
          <a:xfrm>
            <a:off x="838200" y="365125"/>
            <a:ext cx="10515600" cy="985503"/>
          </a:xfrm>
        </p:spPr>
        <p:txBody>
          <a:bodyPr/>
          <a:lstStyle/>
          <a:p>
            <a:r>
              <a:rPr lang="en-IN" dirty="0">
                <a:solidFill>
                  <a:srgbClr val="FF0000"/>
                </a:solidFill>
              </a:rPr>
              <a:t>           Active Directory, LDAP &amp; OSI Model</a:t>
            </a:r>
          </a:p>
        </p:txBody>
      </p:sp>
      <p:sp>
        <p:nvSpPr>
          <p:cNvPr id="3" name="Content Placeholder 2">
            <a:extLst>
              <a:ext uri="{FF2B5EF4-FFF2-40B4-BE49-F238E27FC236}">
                <a16:creationId xmlns:a16="http://schemas.microsoft.com/office/drawing/2014/main" id="{41CB6C73-856B-5B52-68FD-453F0794C0B0}"/>
              </a:ext>
            </a:extLst>
          </p:cNvPr>
          <p:cNvSpPr>
            <a:spLocks noGrp="1"/>
          </p:cNvSpPr>
          <p:nvPr>
            <p:ph idx="1"/>
          </p:nvPr>
        </p:nvSpPr>
        <p:spPr>
          <a:xfrm>
            <a:off x="838200" y="1451295"/>
            <a:ext cx="10515600" cy="4725668"/>
          </a:xfrm>
        </p:spPr>
        <p:txBody>
          <a:bodyPr>
            <a:normAutofit fontScale="77500" lnSpcReduction="20000"/>
          </a:bodyPr>
          <a:lstStyle/>
          <a:p>
            <a:r>
              <a:rPr lang="en-IN" b="1" dirty="0"/>
              <a:t>Easy Example</a:t>
            </a:r>
          </a:p>
          <a:p>
            <a:pPr marL="0" indent="0">
              <a:buNone/>
            </a:pPr>
            <a:r>
              <a:rPr lang="en-IN" b="1" dirty="0"/>
              <a:t>    User Login → Active Directory → LDAP → Network Communication → OSI Layers</a:t>
            </a:r>
            <a:endParaRPr lang="en-IN" dirty="0"/>
          </a:p>
          <a:p>
            <a:r>
              <a:rPr lang="en-IN" dirty="0"/>
              <a:t>For example:</a:t>
            </a:r>
          </a:p>
          <a:p>
            <a:pPr marL="0" indent="0">
              <a:buNone/>
            </a:pPr>
            <a:r>
              <a:rPr lang="en-IN" b="1" dirty="0"/>
              <a:t>   Employee</a:t>
            </a:r>
            <a:br>
              <a:rPr lang="en-IN" dirty="0"/>
            </a:br>
            <a:r>
              <a:rPr lang="en-IN" dirty="0"/>
              <a:t>        ↓</a:t>
            </a:r>
            <a:br>
              <a:rPr lang="en-IN" dirty="0"/>
            </a:br>
            <a:r>
              <a:rPr lang="en-IN" dirty="0"/>
              <a:t>   </a:t>
            </a:r>
            <a:r>
              <a:rPr lang="en-IN" b="1" dirty="0"/>
              <a:t>Login to company laptop</a:t>
            </a:r>
            <a:br>
              <a:rPr lang="en-IN" dirty="0"/>
            </a:br>
            <a:r>
              <a:rPr lang="en-IN" dirty="0"/>
              <a:t>        ↓</a:t>
            </a:r>
            <a:br>
              <a:rPr lang="en-IN" dirty="0"/>
            </a:br>
            <a:r>
              <a:rPr lang="en-IN" dirty="0"/>
              <a:t>   </a:t>
            </a:r>
            <a:r>
              <a:rPr lang="en-IN" b="1" dirty="0"/>
              <a:t>Active Directory checks identity &amp; permissions</a:t>
            </a:r>
            <a:br>
              <a:rPr lang="en-IN" dirty="0"/>
            </a:br>
            <a:r>
              <a:rPr lang="en-IN" dirty="0"/>
              <a:t>        ↓</a:t>
            </a:r>
            <a:br>
              <a:rPr lang="en-IN" dirty="0"/>
            </a:br>
            <a:r>
              <a:rPr lang="en-IN" dirty="0"/>
              <a:t>   </a:t>
            </a:r>
            <a:r>
              <a:rPr lang="en-IN" b="1" dirty="0"/>
              <a:t>LDAP can be used to query directory information</a:t>
            </a:r>
            <a:br>
              <a:rPr lang="en-IN" dirty="0"/>
            </a:br>
            <a:r>
              <a:rPr lang="en-IN" dirty="0"/>
              <a:t>        ↓</a:t>
            </a:r>
            <a:br>
              <a:rPr lang="en-IN" dirty="0"/>
            </a:br>
            <a:r>
              <a:rPr lang="en-IN" dirty="0"/>
              <a:t>   </a:t>
            </a:r>
            <a:r>
              <a:rPr lang="en-IN" b="1" dirty="0"/>
              <a:t>Network protocols carry the communication through the OSI layers</a:t>
            </a:r>
            <a:endParaRPr lang="en-IN" dirty="0"/>
          </a:p>
          <a:p>
            <a:r>
              <a:rPr lang="en-IN" b="1" dirty="0"/>
              <a:t>One-line explanation </a:t>
            </a:r>
          </a:p>
          <a:p>
            <a:r>
              <a:rPr lang="en-IN" dirty="0"/>
              <a:t>“Active Directory manages users and resources, LDAP provides a standard way to access directory information, and the OSI model helps us understand how the network communication supporting these services takes place.”</a:t>
            </a:r>
          </a:p>
          <a:p>
            <a:endParaRPr lang="en-IN" dirty="0"/>
          </a:p>
        </p:txBody>
      </p:sp>
    </p:spTree>
    <p:extLst>
      <p:ext uri="{BB962C8B-B14F-4D97-AF65-F5344CB8AC3E}">
        <p14:creationId xmlns:p14="http://schemas.microsoft.com/office/powerpoint/2010/main" val="168096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9ACA-3548-664B-111B-AFA94A22C892}"/>
              </a:ext>
            </a:extLst>
          </p:cNvPr>
          <p:cNvSpPr>
            <a:spLocks noGrp="1"/>
          </p:cNvSpPr>
          <p:nvPr>
            <p:ph type="title"/>
          </p:nvPr>
        </p:nvSpPr>
        <p:spPr>
          <a:xfrm>
            <a:off x="838200" y="365126"/>
            <a:ext cx="10515600" cy="775778"/>
          </a:xfrm>
        </p:spPr>
        <p:txBody>
          <a:bodyPr/>
          <a:lstStyle/>
          <a:p>
            <a:r>
              <a:rPr lang="en-IN" dirty="0">
                <a:solidFill>
                  <a:srgbClr val="FF0000"/>
                </a:solidFill>
              </a:rPr>
              <a:t>          Certification – Cisco Packet Tracer</a:t>
            </a:r>
          </a:p>
        </p:txBody>
      </p:sp>
      <p:sp>
        <p:nvSpPr>
          <p:cNvPr id="3" name="Content Placeholder 2">
            <a:extLst>
              <a:ext uri="{FF2B5EF4-FFF2-40B4-BE49-F238E27FC236}">
                <a16:creationId xmlns:a16="http://schemas.microsoft.com/office/drawing/2014/main" id="{5000AB05-7BD2-1D84-FB94-34974A77B2A2}"/>
              </a:ext>
            </a:extLst>
          </p:cNvPr>
          <p:cNvSpPr>
            <a:spLocks noGrp="1"/>
          </p:cNvSpPr>
          <p:nvPr>
            <p:ph idx="1"/>
          </p:nvPr>
        </p:nvSpPr>
        <p:spPr>
          <a:xfrm>
            <a:off x="838200" y="1392572"/>
            <a:ext cx="10515600" cy="4784391"/>
          </a:xfrm>
        </p:spPr>
        <p:txBody>
          <a:bodyPr>
            <a:normAutofit/>
          </a:bodyPr>
          <a:lstStyle/>
          <a:p>
            <a:r>
              <a:rPr lang="en-IN" sz="1800" dirty="0"/>
              <a:t>Along with the classroom lab, I also completed the Getting Started with Cisco Packet Tracer certification through Cisco Networking Academy. Packet Tracer helped me understand networking concepts practically by allowing me to work with simulated network devices and connections. This gave me a better understanding of how networks are designed and how different devices communicate</a:t>
            </a:r>
          </a:p>
        </p:txBody>
      </p:sp>
      <p:pic>
        <p:nvPicPr>
          <p:cNvPr id="5" name="Picture 4">
            <a:extLst>
              <a:ext uri="{FF2B5EF4-FFF2-40B4-BE49-F238E27FC236}">
                <a16:creationId xmlns:a16="http://schemas.microsoft.com/office/drawing/2014/main" id="{88819DA2-2615-D463-4792-7B15902BD3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4969" y="2558642"/>
            <a:ext cx="7843706" cy="3869989"/>
          </a:xfrm>
          <a:prstGeom prst="rect">
            <a:avLst/>
          </a:prstGeom>
        </p:spPr>
      </p:pic>
    </p:spTree>
    <p:extLst>
      <p:ext uri="{BB962C8B-B14F-4D97-AF65-F5344CB8AC3E}">
        <p14:creationId xmlns:p14="http://schemas.microsoft.com/office/powerpoint/2010/main" val="450956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702</Words>
  <Application>Microsoft Office PowerPoint</Application>
  <PresentationFormat>Widescreen</PresentationFormat>
  <Paragraphs>66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Networking Fundamental </vt:lpstr>
      <vt:lpstr>                             What is Networking</vt:lpstr>
      <vt:lpstr>                                IP Address</vt:lpstr>
      <vt:lpstr>                                Subnetting</vt:lpstr>
      <vt:lpstr>               DNS – Domain Name System</vt:lpstr>
      <vt:lpstr>                           Ports &amp; Protocols</vt:lpstr>
      <vt:lpstr>                        HTTP, HTTPS &amp; TLS</vt:lpstr>
      <vt:lpstr>           Active Directory, LDAP &amp; OSI Model</vt:lpstr>
      <vt:lpstr>          Certification – Cisco Packet Tracer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TANAYA PATIL</dc:creator>
  <cp:lastModifiedBy>TANAYA PATIL</cp:lastModifiedBy>
  <cp:revision>1</cp:revision>
  <dcterms:created xsi:type="dcterms:W3CDTF">2026-09-10T15:57:31Z</dcterms:created>
  <dcterms:modified xsi:type="dcterms:W3CDTF">2026-09-10T16:31:29Z</dcterms:modified>
</cp:coreProperties>
</file>